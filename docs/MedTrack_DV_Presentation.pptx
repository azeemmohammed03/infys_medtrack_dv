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MEDTRACK 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470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CDDEF8"/>
                </a:solidFill>
                <a:latin typeface="Aptos"/>
              </a:rPr>
              <a:t>Hospital Operations &amp; Patient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Turning hospital data into actionable operational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737360" cy="384048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8130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Python + Tableau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3794760"/>
            <a:ext cx="1965960" cy="384048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3813048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Healthcare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794760"/>
            <a:ext cx="1874519" cy="384048"/>
          </a:xfrm>
          <a:prstGeom prst="round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381304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2DCEB"/>
                </a:solidFill>
                <a:latin typeface="Aptos"/>
              </a:rPr>
              <a:t>Mohammed Azeem  |  B.Tech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0B4CD"/>
                </a:solidFill>
                <a:latin typeface="Aptos"/>
              </a:rPr>
              <a:t>Project Presentation •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A quick journey from problem → solution →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58368" cy="384048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B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173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Why hospital operations need better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658368" cy="384048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420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B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603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How MedTrack DV processes and visualizes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658368" cy="384048"/>
          </a:xfrm>
          <a:prstGeom prst="round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21607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850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B"/>
                </a:solidFill>
                <a:latin typeface="Aptos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7033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Dashboards, KPIs and key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658368" cy="384048"/>
          </a:xfrm>
          <a:prstGeom prst="roundRect">
            <a:avLst/>
          </a:prstGeom>
          <a:solidFill>
            <a:srgbClr val="239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64607"/>
            <a:ext cx="6583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280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B"/>
                </a:solidFill>
                <a:latin typeface="Aptos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463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Challenges, learnings and 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2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Hospital data can be available without being decision-ready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16052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Fragmented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063240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Admissions, discharges, outcomes and hospital resources are difficult to analyze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4160520"/>
          </a:xfrm>
          <a:prstGeom prst="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Manual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63240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Repeated spreadsheet work makes trend analysis slower and increases the risk of inconsistent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416052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Limited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84248"/>
            <a:ext cx="3063240" cy="3447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Decision-makers need quick views of patient flow, departments and resource utilization.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2203B"/>
                </a:solidFill>
                <a:latin typeface="Aptos"/>
              </a:rPr>
              <a:t>Goal: move from raw records → trusted KPIs → interactive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3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Objective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Build a practical analytics layer for hospital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324612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14884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Prepare consistent hospital and patient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508760"/>
            <a:ext cx="64008" cy="324612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673351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Calculate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75688"/>
            <a:ext cx="214884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Engineer operational and patient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64008" cy="3246120"/>
          </a:xfrm>
          <a:prstGeom prst="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673351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Visualize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075688"/>
            <a:ext cx="214884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Create interactive Tableau 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0876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508760"/>
            <a:ext cx="64008" cy="3246120"/>
          </a:xfrm>
          <a:prstGeom prst="rect">
            <a:avLst/>
          </a:prstGeom>
          <a:solidFill>
            <a:srgbClr val="239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1673351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075688"/>
            <a:ext cx="214884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Make trends and bottlenecks easier to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03B"/>
                </a:solidFill>
                <a:latin typeface="Aptos"/>
              </a:rPr>
              <a:t>Core KPIs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3208"/>
            <a:ext cx="1600200" cy="384048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511149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Admissions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5093208"/>
            <a:ext cx="1600200" cy="384048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511149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ALOS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5093208"/>
            <a:ext cx="1600200" cy="384048"/>
          </a:xfrm>
          <a:prstGeom prst="round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511149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Occupancy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5093208"/>
            <a:ext cx="1600200" cy="384048"/>
          </a:xfrm>
          <a:prstGeom prst="roundRect">
            <a:avLst/>
          </a:prstGeom>
          <a:solidFill>
            <a:srgbClr val="239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511149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Readmission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5093208"/>
            <a:ext cx="1600200" cy="384048"/>
          </a:xfrm>
          <a:prstGeom prst="roundRect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59" y="511149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Mortality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4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Approach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A simple pipeline from raw records to interactive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33172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70D6"/>
                </a:solidFill>
                <a:latin typeface="Aptos"/>
              </a:rPr>
              <a:t>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03B"/>
                </a:solidFill>
                <a:latin typeface="Aptos"/>
              </a:rPr>
              <a:t>Hospital + patient
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233172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12140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9B91"/>
                </a:solidFill>
                <a:latin typeface="Aptos"/>
              </a:rPr>
              <a:t>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2203B"/>
                </a:solidFill>
                <a:latin typeface="Aptos"/>
              </a:rPr>
              <a:t>Pandas / NumPy
Cleaning +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920240"/>
            <a:ext cx="233172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12140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8B28"/>
                </a:solidFill>
                <a:latin typeface="Aptos"/>
              </a:rPr>
              <a:t>KPI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97480"/>
            <a:ext cx="2057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03B"/>
                </a:solidFill>
                <a:latin typeface="Aptos"/>
              </a:rPr>
              <a:t>LOS • occupancy
readmission • mortality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920240"/>
            <a:ext cx="274320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9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21214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9755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6974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2203B"/>
                </a:solidFill>
                <a:latin typeface="Aptos"/>
              </a:rPr>
              <a:t>Tableau dashboards
&amp; interactive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2907792"/>
            <a:ext cx="365760" cy="0"/>
          </a:xfrm>
          <a:prstGeom prst="line">
            <a:avLst/>
          </a:prstGeom>
          <a:ln w="31750">
            <a:solidFill>
              <a:srgbClr val="12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2907792"/>
            <a:ext cx="365760" cy="0"/>
          </a:xfrm>
          <a:prstGeom prst="line">
            <a:avLst/>
          </a:prstGeom>
          <a:ln w="31750">
            <a:solidFill>
              <a:srgbClr val="12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66760" y="2907792"/>
            <a:ext cx="365760" cy="0"/>
          </a:xfrm>
          <a:prstGeom prst="line">
            <a:avLst/>
          </a:prstGeom>
          <a:ln w="31750">
            <a:solidFill>
              <a:srgbClr val="12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5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Tools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Technologies used across the data-to-dashboard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8803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Data processing &amp; KPI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16002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28803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Cleaning, transformation &amp;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64008" cy="1600200"/>
          </a:xfrm>
          <a:prstGeom prst="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28803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Numerical calculations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64008" cy="1600200"/>
          </a:xfrm>
          <a:prstGeom prst="rect">
            <a:avLst/>
          </a:prstGeom>
          <a:solidFill>
            <a:srgbClr val="239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3075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Tableau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33088"/>
            <a:ext cx="28803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Interactive dashboards &amp; storytelling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64008" cy="1600200"/>
          </a:xfrm>
          <a:prstGeom prst="rect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730752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Git /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133088"/>
            <a:ext cx="28803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Version control &amp; project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6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Key Results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dashboard suite turns metrics into an operational 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75320" y="1417320"/>
            <a:ext cx="64008" cy="114300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6488" y="158191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Hospital 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1984248"/>
            <a:ext cx="29718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Executive KPIs and trends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27432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2743200"/>
            <a:ext cx="64008" cy="1143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76488" y="29077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Patient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310128"/>
            <a:ext cx="29718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Admissions → discharges → outcomes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406908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275320" y="4069080"/>
            <a:ext cx="64008" cy="1143000"/>
          </a:xfrm>
          <a:prstGeom prst="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76488" y="423367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Department &amp; Resources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636008"/>
            <a:ext cx="29718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Department performance and utilization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7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29D6337-0067-5A1B-78F5-7878C87C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86" y="1429601"/>
            <a:ext cx="7457316" cy="378247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most important part was making the metrics trustworthy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61188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Challenge 1 — KPI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8463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1E293B"/>
                </a:solidFill>
                <a:latin typeface="Aptos"/>
              </a:rPr>
              <a:t>Tableau values did not initially match the Python calculations.
Learning: define one KPI formula and validate the same logic across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3611880"/>
          </a:xfrm>
          <a:prstGeom prst="rect">
            <a:avLst/>
          </a:prstGeom>
          <a:solidFill>
            <a:srgbClr val="E88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B"/>
                </a:solidFill>
                <a:latin typeface="Aptos"/>
              </a:rPr>
              <a:t>Challenge 2 — Date-based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8463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Admissions, discharges and length of stay depend on correct date handling.
Learning: standardize date fields and validate calculations before dashboarding.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48640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2203B"/>
                </a:solidFill>
                <a:latin typeface="Aptos"/>
              </a:rPr>
              <a:t>Result: a repeatable data → KPI → visualization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8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From descriptive reporting toward smarter hospital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03B"/>
                </a:solidFill>
                <a:latin typeface="Aptos"/>
              </a:rPr>
              <a:t>What MedTrack DV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Centralized operational visibility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Consistent KPI-driven analysis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Interactive Tableau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03B"/>
                </a:solidFill>
                <a:latin typeface="Aptos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Predictive patient demand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Early readmission risk alerts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Real-time hospital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4800600"/>
            <a:ext cx="8412480" cy="914400"/>
          </a:xfrm>
          <a:prstGeom prst="roundRect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500176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MedTrack DV: turning hospital data into actionable insight.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MEDTRACK DV  |  9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DDEF8"/>
                </a:solidFill>
                <a:latin typeface="Aptos"/>
              </a:rPr>
              <a:t>Questions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718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ptos"/>
              </a:rPr>
              <a:t>I’ll now demonstrate the dashboard workflow and key interactions.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Mohammed Azeem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ABED7"/>
                </a:solidFill>
                <a:latin typeface="Aptos"/>
              </a:rPr>
              <a:t>B.Tech CSE  |  MedTrack 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0B4CD"/>
                </a:solidFill>
                <a:latin typeface="Aptos"/>
              </a:rPr>
              <a:t>GitHub: github.com/AzeemMohammed03/infys_MedTrack_DV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509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Azeem</dc:creator>
  <cp:keywords/>
  <dc:description>generated using python-pptx</dc:description>
  <cp:lastModifiedBy>Azeem Mohammed</cp:lastModifiedBy>
  <cp:revision>2</cp:revision>
  <dcterms:created xsi:type="dcterms:W3CDTF">2013-01-27T09:14:16Z</dcterms:created>
  <dcterms:modified xsi:type="dcterms:W3CDTF">2026-08-19T06:21:52Z</dcterms:modified>
  <cp:category/>
</cp:coreProperties>
</file>